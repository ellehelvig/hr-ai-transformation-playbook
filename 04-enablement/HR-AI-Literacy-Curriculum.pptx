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8293"/>
  </p:normalViewPr>
  <p:slideViewPr>
    <p:cSldViewPr snapToGrid="0" snapToObjects="1">
      <p:cViewPr varScale="1">
        <p:scale>
          <a:sx n="132" d="100"/>
          <a:sy n="132" d="100"/>
        </p:scale>
        <p:origin x="1576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9100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PRACTITIONER'S PROGRAM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 AI Literacy Curriculum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4-module learning program for HR professionals at all experience levels. Designed for facilitated delivery over 4-6 weeks, or adapted for self-paced completion.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640080" y="452628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103120" y="3840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2103120" y="452628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TOTAL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023360" y="38404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023360" y="452628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TEAM MEMBERS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48463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Elle Helvig  ·  github.com/ellehelvig/hr-ai-transformation-playbook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 at a glance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curriculum delivers and how it is structured.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73152" cy="137160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691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96596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 hours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468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modules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663440" y="1554480"/>
            <a:ext cx="73152" cy="137160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37760" y="1691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196596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 + lab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937760" y="2468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reading + hands-on practice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73152" cy="137160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3246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People Team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31520" y="4023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HRBPs, HR Ops, HR Tech, leadership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10896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663440" y="3108960"/>
            <a:ext cx="73152" cy="137160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37760" y="3246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37760" y="35204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None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4937760" y="4023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HR professionals at every experience level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AI Literacy Curriculum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1248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modules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module builds on the previous. Together they take an HR professional from zero understanding to drafting their own use case spec.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8229600" cy="749808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822960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463040" y="16459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AI works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194767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HR professionals actually need to know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0" y="16642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0" y="19385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350008"/>
            <a:ext cx="8229600" cy="749808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822960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487168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463040" y="244144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AI in your daily HR work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63040" y="27432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Prompts, labs, and the verify-before-use discipline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0" y="24597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hours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0" y="27340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+ lab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145536"/>
            <a:ext cx="8229600" cy="749808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57200" y="3145536"/>
            <a:ext cx="822960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3282696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463040" y="3236976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Governance, ethics, responsible use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63040" y="353872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risk, scenarios, risk assessment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0" y="32552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0" y="352958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941064"/>
            <a:ext cx="8229600" cy="749808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57200" y="3941064"/>
            <a:ext cx="822960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7200" y="4078224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463040" y="4032504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and scaling AI use cases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463040" y="4334256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Prioritization, design, deployment, scale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4050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hours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0" y="43251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+ project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AI Literacy Curriculum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248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60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3200400" y="173736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AI works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20040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HR professionals actually need to know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3383280"/>
            <a:ext cx="36576" cy="91440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3383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minutes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8328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format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4069080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 concepts: how LLMs work, hallucination, the rule-based to agentic spectrum, and why prompt quality drives output quality.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731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AI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this session, participants will be able to: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99339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80160" y="2057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difference between traditional automation and generative AI.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97180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99923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30632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why AI "hallucinates" and how to mitigate it in HR contexts.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97764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40050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4069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which HR tasks are good candidates for AI assistance and which are not.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AI Literacy Curriculum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41248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731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AI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outline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8000" y="777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50292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5270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0:00–0:10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0" y="15270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91840" y="152704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already believe about AI? Quick poll + discussion.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8229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20756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0:10–0:30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207568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91840" y="207568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LLMs work:  without the jargon. Facilitator presentation.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8229600" cy="50292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8640" y="262432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0:30–0:45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28800" y="26243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91840" y="262432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Hallucination, confidence, and why AI makes things up.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317296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0:45–1:05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28800" y="3172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91840" y="317296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the hallucination, identify errors in AI-generated HR content.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611880"/>
            <a:ext cx="8229600" cy="50292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40" y="37216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1:05–1:20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828800" y="372160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91840" y="372160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should HR use AI? Where should we be cautious?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48640" y="42702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1:20–1:30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828800" y="42702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291840" y="427024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Homework: try one AI tool before next session.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AI Literacy Curriculum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248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731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AI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concepts every HR professional needs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2606040" cy="310896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2606040" cy="73152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LLMs actually are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23317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predict the next most likely word given context. They don't "know" things the way a database knows things, they pattern-match against training data. This is why they can sound authoritative while being wrong.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463040"/>
            <a:ext cx="2606040" cy="310896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83280" y="1463040"/>
            <a:ext cx="2606040" cy="73152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66160" y="1691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rule-based to agentic spectrum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66160" y="2423160"/>
            <a:ext cx="23317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HR AI today sits in the middle. Rule-based automation → AI Copilot → AI Agent. </a:t>
            </a:r>
            <a:r>
              <a:rPr lang="en-US" sz="11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agentic AI, where the model takes multi-step actions autonomously, is emerging and brings new governance requirements.</a:t>
            </a:r>
            <a:endParaRPr lang="en-US" sz="1100" b="1" dirty="0"/>
          </a:p>
        </p:txBody>
      </p:sp>
      <p:sp>
        <p:nvSpPr>
          <p:cNvPr id="14" name="Shape 12"/>
          <p:cNvSpPr/>
          <p:nvPr/>
        </p:nvSpPr>
        <p:spPr>
          <a:xfrm>
            <a:off x="6309360" y="1463040"/>
            <a:ext cx="2606040" cy="310896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309360" y="1463040"/>
            <a:ext cx="2606040" cy="73152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92240" y="1691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quality drives output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2423160"/>
            <a:ext cx="23317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highest-leverage skill for HR professionals using AI is prompt construction. Vague prompts produce generic output. Specific, well-structured prompts with good context produce usable output.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AI Literacy Curriculum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41248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60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3200400" y="173736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AI in your daily HR work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200400" y="2606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Prompts, labs, and the verify-before-use discipline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0" y="3429000"/>
            <a:ext cx="36576" cy="91440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3429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hours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83280" y="3794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+ hands-on lab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4114800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for HR. Live demos. Each participant runs two prompts from the library on their own work and iterates.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731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AI in your daily HR work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this session, participants will be able to: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99339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80160" y="2057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effective prompts for HR use cases using the four-elements framework.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97180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99923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30632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prompt library for at least three HR workflows.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97764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40050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4069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when to use AI, when to verify AI output, and when not to use it.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AI Literacy Curriculum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41248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731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AI in your daily HR work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outline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943600" y="777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hours including lab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8229600" cy="59436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58191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0:00–0:15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0" y="1581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Share-back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91840" y="158191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you try from Module 1 homework? What happened?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82296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22219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0:15–0:45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222199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91840" y="222199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for HR: the four elements of a good prompt.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8229600" cy="59436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8640" y="2862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0:45–1:10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28800" y="286207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91840" y="286207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onboarding plan, performance review draft, policy Q&amp;A.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37560"/>
            <a:ext cx="82296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350215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1:10–1:50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28800" y="35021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91840" y="350215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each participant runs 2 prompts from the library on real work.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977640"/>
            <a:ext cx="8229600" cy="59436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40" y="414223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1:50–2:00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828800" y="414223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91840" y="414223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surprised you? What didn't work?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AI Literacy Curriculum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41248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731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AI in your daily HR work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elements of an effective HR prompt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highest-leverage skill HR professionals can build.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8229600" cy="713232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3152" cy="713232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176479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280160" y="176479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80160" y="202996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AI who it is. "You are an experienced HRBP..." produces better output than just asking a question.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404872"/>
            <a:ext cx="8229600" cy="713232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2404872"/>
            <a:ext cx="73152" cy="713232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2523744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280160" y="252374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80160" y="278892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the specific details the AI needs. Role, tenure, team size, situation. Don't make the AI guess.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163824"/>
            <a:ext cx="8229600" cy="713232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3163824"/>
            <a:ext cx="73152" cy="713232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28269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280160" y="328269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80160" y="3547872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clearly what you want it to produce. One output per prompt. "Draft a..." is clearer than "Help me with..."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922776"/>
            <a:ext cx="8229600" cy="713232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73152" cy="713232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4041648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1280160" y="40416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80160" y="4306824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length, tone, format, and what to avoid. "300 words, no bullet points, avoid generic phrases" significantly improves output.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AI Literacy Curriculum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41248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731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AI in your daily HR work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verify-before-use rule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heuristic introduced in Module 2 and reinforced throughout the program.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56032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947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DETAILS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17520" y="1783080"/>
            <a:ext cx="5669280" cy="59436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0" y="19476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verify against source system before sharing.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450592"/>
            <a:ext cx="256032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261518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REQUIREMENTS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017520" y="2450592"/>
            <a:ext cx="5669280" cy="59436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0" y="261518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verify with Legal before relying 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118104"/>
            <a:ext cx="256032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8640" y="328269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FACTUAL CLAIMS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17520" y="3118104"/>
            <a:ext cx="5669280" cy="59436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0" y="328269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Spot-check against a known source.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785616"/>
            <a:ext cx="256032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3950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AND CONTENT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017520" y="3785616"/>
            <a:ext cx="5669280" cy="59436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200400" y="39502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read before sending. AI doesn't know your audience.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AI Literacy Curriculum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60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3200400" y="173736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Governance, ethics, responsible use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200400" y="2606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risk, scenarios, and the risk assessment template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0" y="3429000"/>
            <a:ext cx="36576" cy="91440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3429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minutes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83280" y="3794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format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4114800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 that generates the most discussion and the most resistance. Budget flex time. Keep an AI skeptic on the facilitation team.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731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ethics, responsible use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this session, participants will be able to: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99339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80160" y="2057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organization's AI use policy to real HR scenarios.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97180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99923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30632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key legal risk areas in HR AI: bias, privacy, employment law.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97764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40050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4069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 basic risk assessment for a new use case.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AI Literacy Curriculum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41248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731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ethics, responsible use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legal risk areas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references current as of May 2026. Verify current law before relying on specific references.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69080" cy="141732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73152" cy="141732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85800" y="1920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and disparate impact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286000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trained on historical HR data can encode and amplify past discrimination. Adverse impact testing is a core control, required by law in some places (NYC LL144 mandates an annual bias audit). Confirm cadence with Legal.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17720" y="1783080"/>
            <a:ext cx="4069080" cy="141732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17720" y="1783080"/>
            <a:ext cx="73152" cy="141732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46320" y="1920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and local AI hiring laws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2286000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AI Video Interview Act, NYC Local Law 144, Colorado AI Act, and emerging legislation. Several jurisdictions now require disclosure, impact assessments, or consent.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4069080" cy="141732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73152" cy="141732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" y="34747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GDPR and CCPA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3840480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in covered jurisdictions have rights regarding automated decision-making. Know which employees are covered and how use cases interact with their rights.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3337560"/>
            <a:ext cx="4069080" cy="141732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617720" y="3337560"/>
            <a:ext cx="73152" cy="141732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46320" y="34747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"AI as a manager" trap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46320" y="3840480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monitors, evaluates, or scores employees without their knowledge, even for legitimate purposes, creates legal and trust exposure. Transparency is protective.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AI Literacy Curriculum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731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ethics, responsible use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Scenario practice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of 3-4 discuss: Is this use appropriate? What are the risks? What would you change?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69080" cy="13716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40080" y="1965960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199339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71600" y="198424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71600" y="22402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tool automatically rejects resumes with gaps of more than 6 months without showing them to a recruiter.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17720" y="1783080"/>
            <a:ext cx="4069080" cy="13716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00600" y="1965960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00600" y="199339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532120" y="198424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532120" y="22402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HRBP uses an AI writing assistant to draft a PIP for an employee, then reviews and edits it before sharing with the manager.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4069080" cy="13716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40080" y="3474720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50215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71600" y="349300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371600" y="37490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Analytics builds an attrition risk model that scores all employees monthly and shares the scores directly with managers.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17720" y="3291840"/>
            <a:ext cx="4069080" cy="13716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800600" y="3474720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00600" y="350215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532120" y="349300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532120" y="37490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chatbot answers benefits questions for employees. It sometimes gives incorrect information but flags that users should confirm with HR.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AI Literacy Curriculum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41248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60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3200400" y="173736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and scaling AI use cases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200400" y="2606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idea to deployment to scale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0" y="3429000"/>
            <a:ext cx="36576" cy="91440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3429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hours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83280" y="3794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+ project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4114800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apply the prioritization matrix to their team's top ideas and draft a one-page use case spec for their highest-ranked use case.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731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and scaling AI use cases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this session, participants will be able to: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99339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80160" y="2057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prioritization matrix to identify your team's highest-value AI use cases.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97180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99923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30632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use case with clear success metrics and governance requirements.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97764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40050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4069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basic implementation plan for a low-complexity use case.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AI Literacy Curriculum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41248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731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and scaling AI use cases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use case lifecycle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idea to scale, with iteration baked in.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1181100" cy="219456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11811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993392"/>
            <a:ext cx="11811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514600"/>
            <a:ext cx="998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971800"/>
            <a:ext cx="9982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problem are we solving? Who feels it most?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866900" y="1920240"/>
            <a:ext cx="1181100" cy="219456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866900" y="1920240"/>
            <a:ext cx="11811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866900" y="1993392"/>
            <a:ext cx="11811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958340" y="2514600"/>
            <a:ext cx="998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Prioritize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958340" y="2971800"/>
            <a:ext cx="9982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matrix. Don't skip this.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76600" y="1920240"/>
            <a:ext cx="1181100" cy="219456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76600" y="1920240"/>
            <a:ext cx="11811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276600" y="1993392"/>
            <a:ext cx="11811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368040" y="2514600"/>
            <a:ext cx="998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368040" y="2971800"/>
            <a:ext cx="9982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Inputs, outputs, human review gates, metrics, fallback.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6300" y="1920240"/>
            <a:ext cx="1181100" cy="219456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686300" y="1920240"/>
            <a:ext cx="11811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686300" y="1993392"/>
            <a:ext cx="11811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777740" y="2514600"/>
            <a:ext cx="998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777740" y="2971800"/>
            <a:ext cx="9982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scope, high observation. 4-8 weeks.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96000" y="1920240"/>
            <a:ext cx="1181100" cy="219456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096000" y="1920240"/>
            <a:ext cx="11811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096000" y="1993392"/>
            <a:ext cx="11811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87440" y="2514600"/>
            <a:ext cx="998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87440" y="2971800"/>
            <a:ext cx="9982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it work? For whom? What didn't?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505700" y="1920240"/>
            <a:ext cx="1181100" cy="219456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7505700" y="1920240"/>
            <a:ext cx="11811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505700" y="1993392"/>
            <a:ext cx="11811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597140" y="2514600"/>
            <a:ext cx="998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597140" y="2971800"/>
            <a:ext cx="9982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with pilot lessons baked in.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 iterate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AI Literacy Curriculum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41248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0" y="731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and scaling AI use cases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One-page use case spec template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participants complete for their team's top-ranked use case.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4069080" cy="292608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73152" cy="292608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1728216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name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029968"/>
            <a:ext cx="4069080" cy="292608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2029968"/>
            <a:ext cx="73152" cy="292608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2066544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it solves (1 sentence)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68296"/>
            <a:ext cx="4069080" cy="292608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2368296"/>
            <a:ext cx="73152" cy="292608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404872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 and how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706624"/>
            <a:ext cx="4069080" cy="292608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57200" y="2706624"/>
            <a:ext cx="73152" cy="292608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2743200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approach (Agent / Copilot / Automation / Analytics)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044952"/>
            <a:ext cx="4069080" cy="292608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3044952"/>
            <a:ext cx="73152" cy="292608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" y="3081528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needed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17720" y="1691640"/>
            <a:ext cx="4069080" cy="292608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617720" y="1691640"/>
            <a:ext cx="73152" cy="292608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00600" y="1728216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2029968"/>
            <a:ext cx="4069080" cy="292608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617720" y="2029968"/>
            <a:ext cx="73152" cy="292608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00600" y="2066544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metric(s)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617720" y="2368296"/>
            <a:ext cx="4069080" cy="292608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617720" y="2368296"/>
            <a:ext cx="73152" cy="292608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800600" y="2404872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go wrong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617720" y="2706624"/>
            <a:ext cx="4069080" cy="292608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617720" y="2706624"/>
            <a:ext cx="73152" cy="292608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800600" y="2743200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requirements (from risk assessment)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17720" y="3044952"/>
            <a:ext cx="4069080" cy="292608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617720" y="3044952"/>
            <a:ext cx="73152" cy="292608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800600" y="3081528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step to move forward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present specs to HR Technology for the optional "HR AI Champion" designation.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5720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AI Literacy Curriculum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41248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 &amp; recognition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participants earn recognition from the People Team.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4069080" cy="2926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40690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COMPLETION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233172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 AI Practitioner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5800" y="2880360"/>
            <a:ext cx="3611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Awarded to participants who complete all four modules and the hands-on components.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356616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3840480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 all 4 modules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Module 2 lab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 in Module 3 scenarios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17720" y="1645920"/>
            <a:ext cx="4069080" cy="2926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17720" y="1645920"/>
            <a:ext cx="4069080" cy="45720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46320" y="175564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EXTENSION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46320" y="233172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 AI Champion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846320" y="2880360"/>
            <a:ext cx="3611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informal internal designation that supports peer enablement across the People Team.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356616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requirement: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3840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 full use case spec and present it to the HR Technology team.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AI Literacy Curriculum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41248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Facilitator notes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from delivering this program. Skip these at your peril.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210312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60320" y="1691640"/>
            <a:ext cx="612648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0" y="18562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the most discussion and sometimes the most resistance. Budget flex time.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210312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58775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LAB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2404872"/>
            <a:ext cx="612648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43200" y="256946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highest-value session in the program. Do not let it get cut for time.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18104"/>
            <a:ext cx="210312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30098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560320" y="3118104"/>
            <a:ext cx="612648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743200" y="328269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Module 3 scenarios to your organization's actual context. Generic examples land less well than ones that feel real.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831336"/>
            <a:ext cx="210312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401421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560320" y="3831336"/>
            <a:ext cx="612648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743200" y="399592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an AI skeptic on the facilitation team if possible. The best discussions happen when the room has range.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AI Literacy Curriculum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41248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CURRICULUM IS PART 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 AI Transformation Playbook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423160"/>
            <a:ext cx="79552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practitioner's field guide for HR and People Teams building responsible AI programs. The full playbook also includes use cases, prompt libraries, governance templates, agent design patterns, evaluation frameworks, and a transformation roadmap.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3749040"/>
            <a:ext cx="3931920" cy="777240"/>
          </a:xfrm>
          <a:prstGeom prst="rect">
            <a:avLst/>
          </a:prstGeom>
          <a:solidFill>
            <a:srgbClr val="141C45"/>
          </a:solidFill>
          <a:ln w="635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382219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" y="407822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github.com/ellehelvig/hr-ai-transformation-playbook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3749040"/>
            <a:ext cx="3931920" cy="777240"/>
          </a:xfrm>
          <a:prstGeom prst="rect">
            <a:avLst/>
          </a:prstGeom>
          <a:solidFill>
            <a:srgbClr val="141C45"/>
          </a:solidFill>
          <a:ln w="635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92040" y="382219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92040" y="407822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linkedin.com/in/elle-helvig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7548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Elle Helvig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1960</Words>
  <Application>Microsoft Macintosh PowerPoint</Application>
  <PresentationFormat>On-screen Show (16:9)</PresentationFormat>
  <Paragraphs>347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HR AI Literacy Curriculum</dc:title>
  <dc:subject>PptxGenJS Presentation</dc:subject>
  <dc:creator>Elle Helvig</dc:creator>
  <cp:lastModifiedBy>Elle Helvig</cp:lastModifiedBy>
  <cp:revision>2</cp:revision>
  <dcterms:created xsi:type="dcterms:W3CDTF">2026-05-28T00:10:33Z</dcterms:created>
  <dcterms:modified xsi:type="dcterms:W3CDTF">2026-05-28T00:17:51Z</dcterms:modified>
</cp:coreProperties>
</file>